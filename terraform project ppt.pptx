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ch Shaa" userId="617252601fdf15de" providerId="LiveId" clId="{A0A8E75B-7200-48AA-B4D5-29DAB9451E49}"/>
    <pc:docChg chg="custSel addSld modSld">
      <pc:chgData name="Tech Shaa" userId="617252601fdf15de" providerId="LiveId" clId="{A0A8E75B-7200-48AA-B4D5-29DAB9451E49}" dt="2026-03-23T23:55:07.735" v="3" actId="22"/>
      <pc:docMkLst>
        <pc:docMk/>
      </pc:docMkLst>
      <pc:sldChg chg="addSp delSp new mod">
        <pc:chgData name="Tech Shaa" userId="617252601fdf15de" providerId="LiveId" clId="{A0A8E75B-7200-48AA-B4D5-29DAB9451E49}" dt="2026-03-23T23:55:07.735" v="3" actId="22"/>
        <pc:sldMkLst>
          <pc:docMk/>
          <pc:sldMk cId="539834696" sldId="258"/>
        </pc:sldMkLst>
        <pc:spChg chg="del">
          <ac:chgData name="Tech Shaa" userId="617252601fdf15de" providerId="LiveId" clId="{A0A8E75B-7200-48AA-B4D5-29DAB9451E49}" dt="2026-03-23T23:54:57.544" v="1" actId="478"/>
          <ac:spMkLst>
            <pc:docMk/>
            <pc:sldMk cId="539834696" sldId="258"/>
            <ac:spMk id="2" creationId="{CF97006A-A00F-4626-9C70-53767B1FACD0}"/>
          </ac:spMkLst>
        </pc:spChg>
        <pc:spChg chg="del">
          <ac:chgData name="Tech Shaa" userId="617252601fdf15de" providerId="LiveId" clId="{A0A8E75B-7200-48AA-B4D5-29DAB9451E49}" dt="2026-03-23T23:55:05.175" v="2" actId="478"/>
          <ac:spMkLst>
            <pc:docMk/>
            <pc:sldMk cId="539834696" sldId="258"/>
            <ac:spMk id="3" creationId="{AB9980FB-9788-2DE6-90BE-E2234EF1140E}"/>
          </ac:spMkLst>
        </pc:spChg>
        <pc:picChg chg="add">
          <ac:chgData name="Tech Shaa" userId="617252601fdf15de" providerId="LiveId" clId="{A0A8E75B-7200-48AA-B4D5-29DAB9451E49}" dt="2026-03-23T23:55:07.735" v="3" actId="22"/>
          <ac:picMkLst>
            <pc:docMk/>
            <pc:sldMk cId="539834696" sldId="258"/>
            <ac:picMk id="5" creationId="{B55FA05D-3065-8E1C-D201-AA99DE3DE2B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682-A1AD-45E9-ADDC-90AAAAFB7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FB2FB-C93D-8E2E-DECD-01AAD48A2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F386D-A10D-CA92-3291-59243A8E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2B788-CFEA-422A-D9A5-A1CC4FF7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BB83-74EE-8987-FF50-4E05DA63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04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76AF-C56B-7877-08CD-EC760D75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C4CD-C2E9-8689-0562-07DB99ADA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F334-81C4-925B-7030-09002A4B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5910F-C5AE-AB7C-CE70-DE5E7CFD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8BC95-1696-83B1-1596-2AF65A5F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4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6B78-8D77-A004-6362-A6007E68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2277F-9C8D-F204-AA82-4218D909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CCA5-F711-52DE-54D5-C4E68DD9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96C8E-B057-6A9C-F426-893D7C2D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B5DB-8ED2-6532-CEFC-B8238115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67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D859-03B7-26BD-D378-28AE7275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0EE5-E0A1-5534-CD0E-1BA3552F5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1AA75-9F8F-05C6-9595-68C1A0ED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2ED9A-355B-56D2-51E4-0048A025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B6DFF-F0F1-830C-7396-67436840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CB15F-7B70-BCC8-8FD0-F2A1E34B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8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E9FC-C677-F775-B770-CBA05209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842AA-3390-B647-FAB9-D66312DD4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1EDF8-79D4-FD1A-2716-5FE8978DA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F6A6A-C5A4-D590-C4F9-DF8DECA8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A6B51-4C4B-F4E1-FBFF-74822B2FD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F69AE-9081-3DAA-0B3E-9F842E8B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5FE4D-87F3-92F3-CAAE-28562FD0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BF410-286A-09E0-7F85-939CA8F0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25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462E-B7F5-7AA2-1EC1-830F0A95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3673A-21C6-5D50-9D22-B65E5899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7DADA-1DAF-7D5D-FBC7-82BABC8A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35CBA-7B07-57D9-BC37-3AF2D8F7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17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FAA5A-952A-021F-E8B2-BC0F3A56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AA01D-1C4E-6A5F-A8CD-07C47CE2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67186-CBCF-5648-BDC4-56570B83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88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CE51-A3C1-97FE-DC20-8F1B300DE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DF655-2E9F-3476-2CCD-38AC8848B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74628-8783-2D7F-01DE-C65D31F9B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7B51B-A2D6-D92F-F90E-FBED4339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A90B7-97C4-1FF7-A130-351724DA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657E5-99DB-9C40-CEF1-516EBE83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7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6E60-5410-C31E-7945-C958B290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AD4AA-4E66-5EE5-C9CE-12BE31065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6AD03-30C1-53C8-9E0A-B0AE3E7B8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F3A06-CFE7-8A5C-3B4E-F407DD86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C2FDD-DF3E-D42D-B7E0-A94230CD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2A025-FF13-9EE2-E86D-578DC7C2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3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2F99-2200-EB79-5EB3-9CDD0879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1AA84-B547-352D-F663-9FFD15DB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A3EB6-0671-29DD-0BEC-A70CBB4B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0FF3-27C1-4C23-7172-5D517208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2A83-EEAE-21A0-D6DC-7675F249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53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52947-E245-6749-948B-CD36D0041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180B7-F78E-A2F2-E0E3-1077B16D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03DE2-637A-A354-F2E2-1EF9158EC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F278-15B9-7926-5830-0B206B8A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4126C-9D45-9A9D-A76B-0F83238E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1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B7FB6-0168-64BD-6874-C46D982D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1BD1C-1C58-418E-B10B-01E4DCC43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9ECA4-ECF4-9E7B-C293-517C2FEC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A0D29-E567-46EF-B225-A80F9CB5C2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B66C-0E8D-ECE7-7416-DF4F36C1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2A337-D0C6-7F14-695D-A60939CE8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F7734-FD22-4DD1-9AEE-F53F467CA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9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rraform Architecture Overview — Structure and Workflow | by Pradeep Raj |  Medium">
            <a:extLst>
              <a:ext uri="{FF2B5EF4-FFF2-40B4-BE49-F238E27FC236}">
                <a16:creationId xmlns:a16="http://schemas.microsoft.com/office/drawing/2014/main" id="{7196ED35-550C-9AE7-0CD9-8418D23B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771525"/>
            <a:ext cx="11249025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6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FA05D-3065-8E1C-D201-AA99DE3D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3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tting Started with Terraform: A Beginner's Guide to Infrastructure as  Code on AWS">
            <a:extLst>
              <a:ext uri="{FF2B5EF4-FFF2-40B4-BE49-F238E27FC236}">
                <a16:creationId xmlns:a16="http://schemas.microsoft.com/office/drawing/2014/main" id="{1CCAA730-AB43-2C6C-1795-0457457573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5" y="134476"/>
            <a:ext cx="10884308" cy="632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98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 Shaa</dc:creator>
  <cp:lastModifiedBy>Tech Shaa</cp:lastModifiedBy>
  <cp:revision>1</cp:revision>
  <dcterms:created xsi:type="dcterms:W3CDTF">2026-03-23T23:49:17Z</dcterms:created>
  <dcterms:modified xsi:type="dcterms:W3CDTF">2026-03-23T23:55:14Z</dcterms:modified>
</cp:coreProperties>
</file>